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2982" y="-10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C029-0EB9-42B7-A47F-0341260E9943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E9C2-71B1-4BEF-9173-3F99C3546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651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C029-0EB9-42B7-A47F-0341260E9943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E9C2-71B1-4BEF-9173-3F99C3546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419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C029-0EB9-42B7-A47F-0341260E9943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E9C2-71B1-4BEF-9173-3F99C3546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15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C029-0EB9-42B7-A47F-0341260E9943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E9C2-71B1-4BEF-9173-3F99C3546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070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C029-0EB9-42B7-A47F-0341260E9943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E9C2-71B1-4BEF-9173-3F99C3546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340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C029-0EB9-42B7-A47F-0341260E9943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E9C2-71B1-4BEF-9173-3F99C3546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25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C029-0EB9-42B7-A47F-0341260E9943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E9C2-71B1-4BEF-9173-3F99C3546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036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C029-0EB9-42B7-A47F-0341260E9943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E9C2-71B1-4BEF-9173-3F99C3546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904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C029-0EB9-42B7-A47F-0341260E9943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E9C2-71B1-4BEF-9173-3F99C3546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094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C029-0EB9-42B7-A47F-0341260E9943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E9C2-71B1-4BEF-9173-3F99C3546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568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C029-0EB9-42B7-A47F-0341260E9943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E9C2-71B1-4BEF-9173-3F99C3546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707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DC029-0EB9-42B7-A47F-0341260E9943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2E9C2-71B1-4BEF-9173-3F99C3546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826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tiff"/><Relationship Id="rId5" Type="http://schemas.openxmlformats.org/officeDocument/2006/relationships/image" Target="../media/image8.tiff"/><Relationship Id="rId4" Type="http://schemas.openxmlformats.org/officeDocument/2006/relationships/image" Target="../media/image7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9752" y="170246"/>
            <a:ext cx="3924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Measurement conditions </a:t>
            </a:r>
            <a:endParaRPr lang="en-IN" sz="2800" dirty="0"/>
          </a:p>
        </p:txBody>
      </p:sp>
      <p:sp>
        <p:nvSpPr>
          <p:cNvPr id="3" name="Rectangle 2"/>
          <p:cNvSpPr/>
          <p:nvPr/>
        </p:nvSpPr>
        <p:spPr>
          <a:xfrm>
            <a:off x="395536" y="836712"/>
            <a:ext cx="799288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Pattern center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PCx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PCy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		0.457, 0.584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Resolution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(Width):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    	141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pixels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Resolution (Height):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106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pixels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 Size: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    	2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μ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m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Field Width: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	0.28mm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Field Height: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	0.21mm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Number of Points: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	14946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Hit Rate: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		98.8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%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Accelerating Voltage: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25.00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kV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Working Distance: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	18.0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mm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Detector Insertion Distance: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172.5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mm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Speed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of Acquisition: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7.4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Hz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Tilt Axis: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		Parallel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to X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Specimen Tilt (degrees):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70.0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°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EBSD Camera Binning Mode:	1x1 (640x480 pixels)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EBSD Camera Exposure Time:	134.45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ms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EBSD Camera Gain: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9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Frame Averaging: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	1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frames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Hough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Resolution: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	60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Number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of Bands Detected:	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8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39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05" y="623362"/>
            <a:ext cx="1702586" cy="226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897" y="623362"/>
            <a:ext cx="1702586" cy="226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279" y="594897"/>
            <a:ext cx="1702586" cy="226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728" y="611108"/>
            <a:ext cx="1702586" cy="226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331638" y="2914006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IPF X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3559231" y="2925065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IPF Y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5580112" y="2891362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IPF Z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7563889" y="2940142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4646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5189581"/>
                  </p:ext>
                </p:extLst>
              </p:nvPr>
            </p:nvGraphicFramePr>
            <p:xfrm>
              <a:off x="395536" y="116632"/>
              <a:ext cx="8040216" cy="64087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60240"/>
                    <a:gridCol w="2664296"/>
                    <a:gridCol w="3215680"/>
                  </a:tblGrid>
                  <a:tr h="3889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Position 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</a:rPr>
                            <a:t>x,y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en-IN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</a:rPr>
                            <a:t>kikuchi</a:t>
                          </a:r>
                          <a:endParaRPr lang="en-IN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Euler angles 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𝝓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𝝓</m:t>
                              </m:r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𝝓</m:t>
                              </m:r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endParaRPr lang="en-US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</a:tr>
                  <a:tr h="146319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0,0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 smtClean="0"/>
                            <a:t>328.0927	 37.2348	9.9711</a:t>
                          </a:r>
                          <a:endParaRPr lang="en-IN" dirty="0"/>
                        </a:p>
                      </a:txBody>
                      <a:tcPr/>
                    </a:tc>
                  </a:tr>
                  <a:tr h="146319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16,0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 smtClean="0"/>
                            <a:t>351.7829	 24.3556	83.1772</a:t>
                          </a:r>
                          <a:endParaRPr lang="en-IN" dirty="0"/>
                        </a:p>
                      </a:txBody>
                      <a:tcPr/>
                    </a:tc>
                  </a:tr>
                  <a:tr h="146319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28,16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 smtClean="0"/>
                            <a:t>146.6086	16.7564	73.0282</a:t>
                          </a:r>
                          <a:endParaRPr lang="en-IN" dirty="0"/>
                        </a:p>
                      </a:txBody>
                      <a:tcPr/>
                    </a:tc>
                  </a:tr>
                  <a:tr h="163022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18,34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 smtClean="0"/>
                            <a:t>244.4470	31.0229	33.7337</a:t>
                          </a:r>
                          <a:endParaRPr lang="en-IN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5189581"/>
                  </p:ext>
                </p:extLst>
              </p:nvPr>
            </p:nvGraphicFramePr>
            <p:xfrm>
              <a:off x="395536" y="116632"/>
              <a:ext cx="8040216" cy="64087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60240"/>
                    <a:gridCol w="2664296"/>
                    <a:gridCol w="3215680"/>
                  </a:tblGrid>
                  <a:tr h="3889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Position 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</a:rPr>
                            <a:t>x,y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en-IN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</a:rPr>
                            <a:t>kikuchi</a:t>
                          </a:r>
                          <a:endParaRPr lang="en-IN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150000" t="-4688" b="-1543750"/>
                          </a:stretch>
                        </a:blipFill>
                      </a:tcPr>
                    </a:tc>
                  </a:tr>
                  <a:tr h="146319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0,0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 smtClean="0"/>
                            <a:t>328.0927	 37.2348	9.9711</a:t>
                          </a:r>
                          <a:endParaRPr lang="en-IN" dirty="0"/>
                        </a:p>
                      </a:txBody>
                      <a:tcPr/>
                    </a:tc>
                  </a:tr>
                  <a:tr h="146319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16,0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 smtClean="0"/>
                            <a:t>351.7829	 24.3556	83.1772</a:t>
                          </a:r>
                          <a:endParaRPr lang="en-IN" dirty="0"/>
                        </a:p>
                      </a:txBody>
                      <a:tcPr/>
                    </a:tc>
                  </a:tr>
                  <a:tr h="146319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28,16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 smtClean="0"/>
                            <a:t>146.6086	16.7564	73.0282</a:t>
                          </a:r>
                          <a:endParaRPr lang="en-IN" dirty="0"/>
                        </a:p>
                      </a:txBody>
                      <a:tcPr/>
                    </a:tc>
                  </a:tr>
                  <a:tr h="163022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18,34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 smtClean="0"/>
                            <a:t>244.4470	31.0229	33.7337</a:t>
                          </a:r>
                          <a:endParaRPr lang="en-IN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547783"/>
            <a:ext cx="1820391" cy="136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5" descr="D:\KikuchiPy\Original_patterns_1\83_88.tif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885" y="2023162"/>
            <a:ext cx="1824846" cy="13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D:\KikuchiPy\Original_patterns_1\91_95.tif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500263"/>
            <a:ext cx="1824846" cy="13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D:\KikuchiPy\Original_patterns_1\100_90.tif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3369" y="5012279"/>
            <a:ext cx="1824846" cy="13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7829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37</Words>
  <Application>Microsoft Office PowerPoint</Application>
  <PresentationFormat>On-screen Show (4:3)</PresentationFormat>
  <Paragraphs>36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 Singh</dc:creator>
  <cp:lastModifiedBy>Vishal Singh</cp:lastModifiedBy>
  <cp:revision>12</cp:revision>
  <dcterms:created xsi:type="dcterms:W3CDTF">2025-05-21T08:54:13Z</dcterms:created>
  <dcterms:modified xsi:type="dcterms:W3CDTF">2025-05-21T11:22:14Z</dcterms:modified>
</cp:coreProperties>
</file>